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1"/>
  </p:sldMasterIdLst>
  <p:sldIdLst>
    <p:sldId id="256" r:id="rId2"/>
    <p:sldId id="260" r:id="rId3"/>
    <p:sldId id="263" r:id="rId4"/>
    <p:sldId id="264" r:id="rId5"/>
    <p:sldId id="265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925AA6"/>
    <a:srgbClr val="00803B"/>
    <a:srgbClr val="32B824"/>
    <a:srgbClr val="144A0E"/>
    <a:srgbClr val="1F7416"/>
    <a:srgbClr val="258A1A"/>
    <a:srgbClr val="2997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17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/>
          <p:cNvSpPr/>
          <p:nvPr userDrawn="1"/>
        </p:nvSpPr>
        <p:spPr>
          <a:xfrm>
            <a:off x="1" y="0"/>
            <a:ext cx="916162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014608" y="2858518"/>
            <a:ext cx="6784230" cy="160170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 err="1"/>
              <a:t>заголовок</a:t>
            </a:r>
            <a:endParaRPr lang="ru-RU" dirty="0"/>
          </a:p>
        </p:txBody>
      </p:sp>
      <p:sp>
        <p:nvSpPr>
          <p:cNvPr id="24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014608" y="4679018"/>
            <a:ext cx="6784230" cy="651625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latin typeface="PermianSansTypeface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</a:t>
            </a:r>
          </a:p>
        </p:txBody>
      </p:sp>
      <p:pic>
        <p:nvPicPr>
          <p:cNvPr id="28" name="Рисунок 2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151" y="764789"/>
            <a:ext cx="1187679" cy="1187679"/>
          </a:xfrm>
          <a:prstGeom prst="rect">
            <a:avLst/>
          </a:prstGeom>
        </p:spPr>
      </p:pic>
      <p:sp>
        <p:nvSpPr>
          <p:cNvPr id="29" name="Прямоугольник 28"/>
          <p:cNvSpPr/>
          <p:nvPr userDrawn="1"/>
        </p:nvSpPr>
        <p:spPr>
          <a:xfrm>
            <a:off x="744151" y="2559028"/>
            <a:ext cx="104721" cy="270790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/>
          <p:cNvSpPr/>
          <p:nvPr userDrawn="1"/>
        </p:nvSpPr>
        <p:spPr>
          <a:xfrm>
            <a:off x="7291318" y="229031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 30"/>
          <p:cNvSpPr/>
          <p:nvPr userDrawn="1"/>
        </p:nvSpPr>
        <p:spPr>
          <a:xfrm>
            <a:off x="7938800" y="-28046"/>
            <a:ext cx="1222829" cy="128341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 31"/>
          <p:cNvSpPr/>
          <p:nvPr userDrawn="1"/>
        </p:nvSpPr>
        <p:spPr>
          <a:xfrm>
            <a:off x="7542112" y="644154"/>
            <a:ext cx="954313" cy="100159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/>
          <p:cNvSpPr/>
          <p:nvPr userDrawn="1"/>
        </p:nvSpPr>
        <p:spPr>
          <a:xfrm>
            <a:off x="8102086" y="5169133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/>
          <p:cNvSpPr/>
          <p:nvPr userDrawn="1"/>
        </p:nvSpPr>
        <p:spPr>
          <a:xfrm>
            <a:off x="8403521" y="4646864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/>
          <p:cNvSpPr/>
          <p:nvPr userDrawn="1"/>
        </p:nvSpPr>
        <p:spPr>
          <a:xfrm>
            <a:off x="7800295" y="5664686"/>
            <a:ext cx="993018" cy="1042217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 35"/>
          <p:cNvSpPr/>
          <p:nvPr userDrawn="1"/>
        </p:nvSpPr>
        <p:spPr>
          <a:xfrm>
            <a:off x="7019030" y="3948216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 36"/>
          <p:cNvSpPr/>
          <p:nvPr userDrawn="1"/>
        </p:nvSpPr>
        <p:spPr>
          <a:xfrm>
            <a:off x="7429825" y="3754568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ик 37"/>
          <p:cNvSpPr/>
          <p:nvPr userDrawn="1"/>
        </p:nvSpPr>
        <p:spPr>
          <a:xfrm>
            <a:off x="8262844" y="2514070"/>
            <a:ext cx="369013" cy="38729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рямоугольник 38"/>
          <p:cNvSpPr/>
          <p:nvPr userDrawn="1"/>
        </p:nvSpPr>
        <p:spPr>
          <a:xfrm>
            <a:off x="375138" y="596905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/>
          <p:cNvSpPr/>
          <p:nvPr userDrawn="1"/>
        </p:nvSpPr>
        <p:spPr>
          <a:xfrm>
            <a:off x="7536527" y="609419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18.01.2026</a:t>
            </a:fld>
            <a:endParaRPr lang="ru-RU" dirty="0"/>
          </a:p>
        </p:txBody>
      </p:sp>
      <p:sp>
        <p:nvSpPr>
          <p:cNvPr id="4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5273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79A5D-2E1E-4122-8255-844A0375AB5C}" type="datetimeFigureOut">
              <a:rPr lang="ru-RU" smtClean="0"/>
              <a:pPr/>
              <a:t>18.01.2026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0" y="365124"/>
            <a:ext cx="9144000" cy="13255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3"/>
          </p:nvPr>
        </p:nvSpPr>
        <p:spPr>
          <a:xfrm>
            <a:off x="628650" y="1851661"/>
            <a:ext cx="7886700" cy="427450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95116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18.01.2026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Рисунок 6"/>
          <p:cNvSpPr>
            <a:spLocks noGrp="1"/>
          </p:cNvSpPr>
          <p:nvPr>
            <p:ph type="pic" sz="quarter" idx="13"/>
          </p:nvPr>
        </p:nvSpPr>
        <p:spPr>
          <a:xfrm>
            <a:off x="0" y="988485"/>
            <a:ext cx="6457950" cy="34141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5777349" y="1580886"/>
            <a:ext cx="2738001" cy="205157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2"/>
          <p:cNvSpPr>
            <a:spLocks noGrp="1"/>
          </p:cNvSpPr>
          <p:nvPr>
            <p:ph type="body" idx="1"/>
          </p:nvPr>
        </p:nvSpPr>
        <p:spPr>
          <a:xfrm>
            <a:off x="628650" y="4847962"/>
            <a:ext cx="20574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Текст 2"/>
          <p:cNvSpPr>
            <a:spLocks noGrp="1"/>
          </p:cNvSpPr>
          <p:nvPr>
            <p:ph type="body" idx="14"/>
          </p:nvPr>
        </p:nvSpPr>
        <p:spPr>
          <a:xfrm>
            <a:off x="3028950" y="4847961"/>
            <a:ext cx="20574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2"/>
          <p:cNvSpPr>
            <a:spLocks noGrp="1"/>
          </p:cNvSpPr>
          <p:nvPr>
            <p:ph type="body" idx="15"/>
          </p:nvPr>
        </p:nvSpPr>
        <p:spPr>
          <a:xfrm>
            <a:off x="5429250" y="4842935"/>
            <a:ext cx="20574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6171111" y="743935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4423459" y="287616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484094" y="4884739"/>
            <a:ext cx="144556" cy="1517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2889522" y="4884739"/>
            <a:ext cx="144556" cy="1517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5284694" y="4884739"/>
            <a:ext cx="144556" cy="1517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282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9733" y="2478089"/>
            <a:ext cx="3643313" cy="2852737"/>
          </a:xfrm>
        </p:spPr>
        <p:txBody>
          <a:bodyPr anchor="b"/>
          <a:lstStyle>
            <a:lvl1pPr>
              <a:lnSpc>
                <a:spcPct val="1000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09733" y="5357814"/>
            <a:ext cx="3643313" cy="73818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6604000" y="0"/>
            <a:ext cx="2311400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4216401" y="0"/>
            <a:ext cx="2298700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2919128" y="299372"/>
            <a:ext cx="542216" cy="569080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3461345" y="0"/>
            <a:ext cx="1001434" cy="105105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3070578" y="714494"/>
            <a:ext cx="781533" cy="82025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9018131" y="6191484"/>
            <a:ext cx="302203" cy="31717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8514350" y="6288920"/>
            <a:ext cx="542216" cy="569080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19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-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>
          <a:xfrm>
            <a:off x="-1" y="0"/>
            <a:ext cx="9144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628651" y="2248429"/>
            <a:ext cx="2901950" cy="23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3949699" y="795868"/>
            <a:ext cx="4470401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3949699" y="2633134"/>
            <a:ext cx="4470401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3949699" y="4470400"/>
            <a:ext cx="4470401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3949304" y="795338"/>
            <a:ext cx="1562100" cy="1591733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1"/>
          </p:nvPr>
        </p:nvSpPr>
        <p:spPr>
          <a:xfrm>
            <a:off x="3949304" y="2632604"/>
            <a:ext cx="15621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7"/>
          <p:cNvSpPr>
            <a:spLocks noGrp="1"/>
          </p:cNvSpPr>
          <p:nvPr>
            <p:ph type="pic" sz="quarter" idx="12"/>
          </p:nvPr>
        </p:nvSpPr>
        <p:spPr>
          <a:xfrm>
            <a:off x="3949304" y="4470134"/>
            <a:ext cx="15621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5695950" y="1016190"/>
            <a:ext cx="20574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3"/>
          </p:nvPr>
        </p:nvSpPr>
        <p:spPr>
          <a:xfrm>
            <a:off x="5695950" y="2834741"/>
            <a:ext cx="20574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4"/>
          </p:nvPr>
        </p:nvSpPr>
        <p:spPr>
          <a:xfrm>
            <a:off x="5695950" y="4682144"/>
            <a:ext cx="20574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8237901" y="5793358"/>
            <a:ext cx="794657" cy="79560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8105205" y="6426000"/>
            <a:ext cx="430259" cy="432000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3228847" y="4470134"/>
            <a:ext cx="446477" cy="44640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3536943" y="4276486"/>
            <a:ext cx="276760" cy="27720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8669211" y="5399733"/>
            <a:ext cx="663241" cy="66240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</p:spTree>
    <p:extLst>
      <p:ext uri="{BB962C8B-B14F-4D97-AF65-F5344CB8AC3E}">
        <p14:creationId xmlns:p14="http://schemas.microsoft.com/office/powerpoint/2010/main" val="133494430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-183524" y="-244699"/>
            <a:ext cx="9504609" cy="7405353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37209" y="2795195"/>
            <a:ext cx="4463143" cy="1325563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>
            <a:normAutofit/>
          </a:bodyPr>
          <a:lstStyle>
            <a:lvl1pPr algn="ctr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453031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28950" y="365126"/>
            <a:ext cx="54864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28950" y="1825625"/>
            <a:ext cx="5486400" cy="435133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188687" y="0"/>
            <a:ext cx="2619828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83223" y="6176963"/>
            <a:ext cx="305159" cy="30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493846" y="6047468"/>
            <a:ext cx="185072" cy="18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8313079" y="230190"/>
            <a:ext cx="390404" cy="3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</p:spTree>
    <p:extLst>
      <p:ext uri="{BB962C8B-B14F-4D97-AF65-F5344CB8AC3E}">
        <p14:creationId xmlns:p14="http://schemas.microsoft.com/office/powerpoint/2010/main" val="1411133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28950" y="365126"/>
            <a:ext cx="5486400" cy="132556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28950" y="1973944"/>
            <a:ext cx="54864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188687" y="0"/>
            <a:ext cx="2619828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1" name="Объект 2"/>
          <p:cNvSpPr>
            <a:spLocks noGrp="1"/>
          </p:cNvSpPr>
          <p:nvPr>
            <p:ph idx="15"/>
          </p:nvPr>
        </p:nvSpPr>
        <p:spPr>
          <a:xfrm>
            <a:off x="3028950" y="2554515"/>
            <a:ext cx="54864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Объект 2"/>
          <p:cNvSpPr>
            <a:spLocks noGrp="1"/>
          </p:cNvSpPr>
          <p:nvPr>
            <p:ph idx="16"/>
          </p:nvPr>
        </p:nvSpPr>
        <p:spPr>
          <a:xfrm>
            <a:off x="3028950" y="3534230"/>
            <a:ext cx="54864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Объект 2"/>
          <p:cNvSpPr>
            <a:spLocks noGrp="1"/>
          </p:cNvSpPr>
          <p:nvPr>
            <p:ph idx="17"/>
          </p:nvPr>
        </p:nvSpPr>
        <p:spPr>
          <a:xfrm>
            <a:off x="3028950" y="4114801"/>
            <a:ext cx="54864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Объект 2"/>
          <p:cNvSpPr>
            <a:spLocks noGrp="1"/>
          </p:cNvSpPr>
          <p:nvPr>
            <p:ph idx="18"/>
          </p:nvPr>
        </p:nvSpPr>
        <p:spPr>
          <a:xfrm>
            <a:off x="3028950" y="5116286"/>
            <a:ext cx="54864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Объект 2"/>
          <p:cNvSpPr>
            <a:spLocks noGrp="1"/>
          </p:cNvSpPr>
          <p:nvPr>
            <p:ph idx="19"/>
          </p:nvPr>
        </p:nvSpPr>
        <p:spPr>
          <a:xfrm>
            <a:off x="3028950" y="5696857"/>
            <a:ext cx="54864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83223" y="6176963"/>
            <a:ext cx="305159" cy="30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493846" y="6047468"/>
            <a:ext cx="185072" cy="18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8313079" y="230190"/>
            <a:ext cx="390404" cy="3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</p:spTree>
    <p:extLst>
      <p:ext uri="{BB962C8B-B14F-4D97-AF65-F5344CB8AC3E}">
        <p14:creationId xmlns:p14="http://schemas.microsoft.com/office/powerpoint/2010/main" val="950239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28650" y="2177144"/>
            <a:ext cx="3694339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821012" y="2177144"/>
            <a:ext cx="3694339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971648" y="1937433"/>
            <a:ext cx="1008342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6125613" y="1882894"/>
            <a:ext cx="1085134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20861" y="2846730"/>
            <a:ext cx="3224390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20861" y="3670643"/>
            <a:ext cx="3224390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5011861" y="2846730"/>
            <a:ext cx="3224390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5011861" y="3670643"/>
            <a:ext cx="3224390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833927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28650" y="2177144"/>
            <a:ext cx="2234293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54854" y="2177144"/>
            <a:ext cx="2234293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281057" y="2177143"/>
            <a:ext cx="2234293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 sz="1350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310368" y="1937433"/>
            <a:ext cx="870857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4136571" y="1882894"/>
            <a:ext cx="870857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962775" y="1882894"/>
            <a:ext cx="870857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771355" y="2846730"/>
            <a:ext cx="195007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771355" y="3670643"/>
            <a:ext cx="1950074" cy="290432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1400"/>
            </a:lvl1pPr>
            <a:lvl2pPr marL="457200" indent="0">
              <a:lnSpc>
                <a:spcPct val="100000"/>
              </a:lnSpc>
              <a:buFont typeface="+mj-lt"/>
              <a:buNone/>
              <a:defRPr sz="1200"/>
            </a:lvl2pPr>
            <a:lvl3pPr marL="914400" indent="0">
              <a:lnSpc>
                <a:spcPct val="100000"/>
              </a:lnSpc>
              <a:buFont typeface="+mj-lt"/>
              <a:buNone/>
              <a:defRPr sz="1050"/>
            </a:lvl3pPr>
            <a:lvl4pPr marL="1371600" indent="0">
              <a:lnSpc>
                <a:spcPct val="100000"/>
              </a:lnSpc>
              <a:buFont typeface="+mj-lt"/>
              <a:buNone/>
              <a:defRPr sz="900"/>
            </a:lvl4pPr>
            <a:lvl5pPr marL="1828800" indent="0">
              <a:lnSpc>
                <a:spcPct val="100000"/>
              </a:lnSpc>
              <a:buFont typeface="+mj-lt"/>
              <a:buNone/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596198" y="2846730"/>
            <a:ext cx="195007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596198" y="3670643"/>
            <a:ext cx="1950074" cy="290432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1400"/>
            </a:lvl1pPr>
            <a:lvl2pPr marL="457200" indent="0">
              <a:lnSpc>
                <a:spcPct val="100000"/>
              </a:lnSpc>
              <a:buFont typeface="+mj-lt"/>
              <a:buNone/>
              <a:defRPr sz="1200"/>
            </a:lvl2pPr>
            <a:lvl3pPr marL="914400" indent="0">
              <a:lnSpc>
                <a:spcPct val="100000"/>
              </a:lnSpc>
              <a:buFont typeface="+mj-lt"/>
              <a:buNone/>
              <a:defRPr sz="1050"/>
            </a:lvl3pPr>
            <a:lvl4pPr marL="1371600" indent="0">
              <a:lnSpc>
                <a:spcPct val="100000"/>
              </a:lnSpc>
              <a:buFont typeface="+mj-lt"/>
              <a:buNone/>
              <a:defRPr sz="900"/>
            </a:lvl4pPr>
            <a:lvl5pPr marL="1828800" indent="0">
              <a:lnSpc>
                <a:spcPct val="100000"/>
              </a:lnSpc>
              <a:buFont typeface="+mj-lt"/>
              <a:buNone/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421041" y="2843667"/>
            <a:ext cx="195007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421041" y="3667580"/>
            <a:ext cx="1950074" cy="290432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1400"/>
            </a:lvl1pPr>
            <a:lvl2pPr marL="457200" indent="0">
              <a:lnSpc>
                <a:spcPct val="100000"/>
              </a:lnSpc>
              <a:buFont typeface="+mj-lt"/>
              <a:buNone/>
              <a:defRPr sz="1200"/>
            </a:lvl2pPr>
            <a:lvl3pPr marL="914400" indent="0">
              <a:lnSpc>
                <a:spcPct val="100000"/>
              </a:lnSpc>
              <a:buFont typeface="+mj-lt"/>
              <a:buNone/>
              <a:defRPr sz="1050"/>
            </a:lvl3pPr>
            <a:lvl4pPr marL="1371600" indent="0">
              <a:lnSpc>
                <a:spcPct val="100000"/>
              </a:lnSpc>
              <a:buFont typeface="+mj-lt"/>
              <a:buNone/>
              <a:defRPr sz="900"/>
            </a:lvl4pPr>
            <a:lvl5pPr marL="1828800" indent="0">
              <a:lnSpc>
                <a:spcPct val="100000"/>
              </a:lnSpc>
              <a:buFont typeface="+mj-lt"/>
              <a:buNone/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165857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508907" y="2177144"/>
            <a:ext cx="1929833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2578213" y="2177144"/>
            <a:ext cx="1929833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4639410" y="2177143"/>
            <a:ext cx="1929833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03539" y="1937433"/>
            <a:ext cx="752189" cy="752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172844" y="1882894"/>
            <a:ext cx="752189" cy="752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5234041" y="1882894"/>
            <a:ext cx="752189" cy="752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651613" y="2846730"/>
            <a:ext cx="1684343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651613" y="3670643"/>
            <a:ext cx="1684343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2719558" y="2846730"/>
            <a:ext cx="1684343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2719558" y="3670643"/>
            <a:ext cx="1684343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4779394" y="2843667"/>
            <a:ext cx="1684343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4779394" y="3667580"/>
            <a:ext cx="1684343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6709227" y="2177143"/>
            <a:ext cx="1929833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7303858" y="1882894"/>
            <a:ext cx="752189" cy="752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6849211" y="2843667"/>
            <a:ext cx="1684343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6849211" y="3667580"/>
            <a:ext cx="1684343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3949024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28650" y="2177144"/>
            <a:ext cx="3694339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568553"/>
            <a:ext cx="78867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821012" y="2177144"/>
            <a:ext cx="3694339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20861" y="2360275"/>
            <a:ext cx="3224390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20861" y="3367320"/>
            <a:ext cx="3224390" cy="32076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5011861" y="2360275"/>
            <a:ext cx="3224390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5011861" y="3367320"/>
            <a:ext cx="3224390" cy="32076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647800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28650" y="2177144"/>
            <a:ext cx="2234293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565489"/>
            <a:ext cx="78867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54854" y="2177144"/>
            <a:ext cx="2234293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 sz="1350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281057" y="2177143"/>
            <a:ext cx="2234293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771355" y="2180205"/>
            <a:ext cx="195007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771355" y="3167178"/>
            <a:ext cx="1950074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596198" y="2180205"/>
            <a:ext cx="195007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596198" y="3167178"/>
            <a:ext cx="1950074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421041" y="2177142"/>
            <a:ext cx="195007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421041" y="3164115"/>
            <a:ext cx="1950074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313311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508907" y="2177144"/>
            <a:ext cx="1929833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565489"/>
            <a:ext cx="78867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2578213" y="2177144"/>
            <a:ext cx="1929833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4639410" y="2177143"/>
            <a:ext cx="1929833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651613" y="2287134"/>
            <a:ext cx="1684343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651613" y="3217976"/>
            <a:ext cx="1684343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2719558" y="2287134"/>
            <a:ext cx="1684343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2719558" y="3217976"/>
            <a:ext cx="1684343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4779394" y="2284071"/>
            <a:ext cx="1684343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4779394" y="3214913"/>
            <a:ext cx="1684343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6709227" y="2177143"/>
            <a:ext cx="1929833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6849211" y="2284071"/>
            <a:ext cx="1684343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6849211" y="3214913"/>
            <a:ext cx="1684343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396130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3398" y="524934"/>
            <a:ext cx="2738001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3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4020423" y="3037418"/>
            <a:ext cx="5123578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841533" y="3037418"/>
            <a:ext cx="2904967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6"/>
          <p:cNvSpPr>
            <a:spLocks noGrp="1"/>
          </p:cNvSpPr>
          <p:nvPr>
            <p:ph type="pic" sz="quarter" idx="15"/>
          </p:nvPr>
        </p:nvSpPr>
        <p:spPr>
          <a:xfrm>
            <a:off x="4020422" y="1"/>
            <a:ext cx="5123578" cy="2699657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7431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0"/>
            <a:ext cx="46482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1" name="Объект 2"/>
          <p:cNvSpPr>
            <a:spLocks noGrp="1"/>
          </p:cNvSpPr>
          <p:nvPr>
            <p:ph idx="1"/>
          </p:nvPr>
        </p:nvSpPr>
        <p:spPr>
          <a:xfrm>
            <a:off x="4975963" y="992188"/>
            <a:ext cx="3743495" cy="4873625"/>
          </a:xfrm>
        </p:spPr>
        <p:txBody>
          <a:bodyPr/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1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500"/>
            </a:lvl4pPr>
            <a:lvl5pPr>
              <a:lnSpc>
                <a:spcPct val="100000"/>
              </a:lnSpc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445636" y="696686"/>
            <a:ext cx="3680390" cy="5476647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898635" y="684668"/>
            <a:ext cx="390404" cy="3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rgbClr val="00803B"/>
              </a:solidFill>
            </a:endParaRP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5598630" y="375784"/>
            <a:ext cx="220727" cy="21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rgbClr val="00803B"/>
              </a:solidFill>
            </a:endParaRP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7607383" y="6173333"/>
            <a:ext cx="220727" cy="21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rgbClr val="0080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328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704851" y="1891052"/>
            <a:ext cx="1959428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rgbClr val="00803B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565489"/>
            <a:ext cx="7807437" cy="1325563"/>
          </a:xfrm>
        </p:spPr>
        <p:txBody>
          <a:bodyPr/>
          <a:lstStyle>
            <a:lvl1pPr algn="r"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935832" y="2195850"/>
            <a:ext cx="1959769" cy="4106863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475264" y="1891052"/>
            <a:ext cx="1959428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rgbClr val="00803B"/>
              </a:solidFill>
            </a:endParaRPr>
          </a:p>
        </p:txBody>
      </p:sp>
      <p:sp>
        <p:nvSpPr>
          <p:cNvPr id="21" name="Рисунок 3"/>
          <p:cNvSpPr>
            <a:spLocks noGrp="1"/>
          </p:cNvSpPr>
          <p:nvPr>
            <p:ph type="pic" sz="quarter" idx="11"/>
          </p:nvPr>
        </p:nvSpPr>
        <p:spPr>
          <a:xfrm>
            <a:off x="3706245" y="2195850"/>
            <a:ext cx="1959769" cy="4106863"/>
          </a:xfrm>
        </p:spPr>
        <p:txBody>
          <a:bodyPr/>
          <a:lstStyle/>
          <a:p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6245338" y="1929037"/>
            <a:ext cx="1959428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rgbClr val="00803B"/>
              </a:solidFill>
            </a:endParaRPr>
          </a:p>
        </p:txBody>
      </p:sp>
      <p:sp>
        <p:nvSpPr>
          <p:cNvPr id="23" name="Рисунок 3"/>
          <p:cNvSpPr>
            <a:spLocks noGrp="1"/>
          </p:cNvSpPr>
          <p:nvPr>
            <p:ph type="pic" sz="quarter" idx="12"/>
          </p:nvPr>
        </p:nvSpPr>
        <p:spPr>
          <a:xfrm>
            <a:off x="6476319" y="2233835"/>
            <a:ext cx="1959769" cy="4106863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0067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6556" y="2548392"/>
            <a:ext cx="2405742" cy="16002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3037115" y="-4764"/>
            <a:ext cx="6106886" cy="42864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0"/>
          </p:nvPr>
        </p:nvSpPr>
        <p:spPr>
          <a:xfrm>
            <a:off x="3037116" y="4281488"/>
            <a:ext cx="6106885" cy="2576512"/>
          </a:xfrm>
        </p:spPr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242413" y="457201"/>
            <a:ext cx="5531473" cy="33455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230251" y="2705712"/>
            <a:ext cx="220727" cy="21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8084457" y="3246725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8385892" y="2724456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7034824" y="3756936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57334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 userDrawn="1"/>
        </p:nvSpPr>
        <p:spPr>
          <a:xfrm>
            <a:off x="3037115" y="-4764"/>
            <a:ext cx="6106886" cy="68627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3599059" y="1016000"/>
            <a:ext cx="4982998" cy="480979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3682518" y="1149010"/>
            <a:ext cx="4816079" cy="4596952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466556" y="3478675"/>
            <a:ext cx="2405742" cy="174501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350"/>
            </a:lvl1pPr>
            <a:lvl2pPr marL="342900" indent="0">
              <a:buNone/>
              <a:defRPr sz="1200"/>
            </a:lvl2pPr>
            <a:lvl3pPr marL="685800" indent="0">
              <a:buNone/>
              <a:defRPr sz="1050"/>
            </a:lvl3pPr>
            <a:lvl4pPr marL="1028700" indent="0">
              <a:buNone/>
              <a:defRPr sz="900"/>
            </a:lvl4pPr>
            <a:lvl5pPr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Заголовок 1"/>
          <p:cNvSpPr>
            <a:spLocks noGrp="1"/>
          </p:cNvSpPr>
          <p:nvPr>
            <p:ph type="title"/>
          </p:nvPr>
        </p:nvSpPr>
        <p:spPr>
          <a:xfrm>
            <a:off x="466556" y="2548392"/>
            <a:ext cx="2405742" cy="16002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230251" y="2705712"/>
            <a:ext cx="220727" cy="21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8084458" y="5745962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8385893" y="5223693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7034825" y="6256173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75852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1750" y="840014"/>
            <a:ext cx="4841736" cy="1131796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7979229" y="5545139"/>
            <a:ext cx="1164771" cy="132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731750" y="2278743"/>
            <a:ext cx="7582529" cy="295946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2"/>
          </p:nvPr>
        </p:nvSpPr>
        <p:spPr>
          <a:xfrm>
            <a:off x="1" y="5545138"/>
            <a:ext cx="7956947" cy="1312862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474922" y="323744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975666" y="0"/>
            <a:ext cx="446735" cy="4688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49374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3398" y="524934"/>
            <a:ext cx="2738001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3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003257" y="2993875"/>
            <a:ext cx="2713581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2993875"/>
            <a:ext cx="1003257" cy="21045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1" name="Рисунок 6"/>
          <p:cNvSpPr>
            <a:spLocks noGrp="1"/>
          </p:cNvSpPr>
          <p:nvPr>
            <p:ph type="pic" sz="quarter" idx="15"/>
          </p:nvPr>
        </p:nvSpPr>
        <p:spPr>
          <a:xfrm>
            <a:off x="3716838" y="2993875"/>
            <a:ext cx="2713581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6"/>
          <p:cNvSpPr>
            <a:spLocks noGrp="1"/>
          </p:cNvSpPr>
          <p:nvPr>
            <p:ph type="pic" sz="quarter" idx="16"/>
          </p:nvPr>
        </p:nvSpPr>
        <p:spPr>
          <a:xfrm>
            <a:off x="6430419" y="2993875"/>
            <a:ext cx="2713581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1331348" y="5326933"/>
            <a:ext cx="20574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7"/>
          </p:nvPr>
        </p:nvSpPr>
        <p:spPr>
          <a:xfrm>
            <a:off x="4044929" y="5326933"/>
            <a:ext cx="20574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8"/>
          </p:nvPr>
        </p:nvSpPr>
        <p:spPr>
          <a:xfrm>
            <a:off x="6758510" y="5326933"/>
            <a:ext cx="20574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7429590" y="718316"/>
            <a:ext cx="462417" cy="4853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8043919" y="1311095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668423" y="5713697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08440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1"/>
            <a:ext cx="54636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5463610" y="1"/>
            <a:ext cx="3680390" cy="2946400"/>
          </a:xfrm>
        </p:spPr>
        <p:txBody>
          <a:bodyPr/>
          <a:lstStyle/>
          <a:p>
            <a:endParaRPr lang="ru-RU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1"/>
          </p:nvPr>
        </p:nvSpPr>
        <p:spPr>
          <a:xfrm>
            <a:off x="5463610" y="2946402"/>
            <a:ext cx="3680390" cy="2452913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12"/>
          </p:nvPr>
        </p:nvSpPr>
        <p:spPr>
          <a:xfrm>
            <a:off x="5463610" y="5399314"/>
            <a:ext cx="3680390" cy="1458686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447505" y="2061030"/>
            <a:ext cx="4559923" cy="4285797"/>
          </a:xfrm>
        </p:spPr>
        <p:txBody>
          <a:bodyPr/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1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500"/>
            </a:lvl4pPr>
            <a:lvl5pPr>
              <a:lnSpc>
                <a:spcPct val="100000"/>
              </a:lnSpc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447505" y="560010"/>
            <a:ext cx="4164029" cy="120226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3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1" name="Прямоугольник 10"/>
          <p:cNvSpPr/>
          <p:nvPr userDrawn="1"/>
        </p:nvSpPr>
        <p:spPr>
          <a:xfrm rot="5400000">
            <a:off x="26248" y="5772211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 rot="5400000">
            <a:off x="869188" y="6057692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 rot="5400000">
            <a:off x="458118" y="4909129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8859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8186057" y="0"/>
            <a:ext cx="957943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8164116" cy="3468914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393372" y="4038337"/>
            <a:ext cx="489857" cy="48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2" name="Текст 2"/>
          <p:cNvSpPr>
            <a:spLocks noGrp="1"/>
          </p:cNvSpPr>
          <p:nvPr>
            <p:ph type="body" idx="1"/>
          </p:nvPr>
        </p:nvSpPr>
        <p:spPr>
          <a:xfrm>
            <a:off x="609599" y="4775000"/>
            <a:ext cx="20574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3761014" y="4038337"/>
            <a:ext cx="489857" cy="48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4" name="Текст 2"/>
          <p:cNvSpPr>
            <a:spLocks noGrp="1"/>
          </p:cNvSpPr>
          <p:nvPr>
            <p:ph type="body" idx="11"/>
          </p:nvPr>
        </p:nvSpPr>
        <p:spPr>
          <a:xfrm>
            <a:off x="2977241" y="4775000"/>
            <a:ext cx="20574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6128656" y="4038337"/>
            <a:ext cx="489857" cy="48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6" name="Текст 2"/>
          <p:cNvSpPr>
            <a:spLocks noGrp="1"/>
          </p:cNvSpPr>
          <p:nvPr>
            <p:ph type="body" idx="12"/>
          </p:nvPr>
        </p:nvSpPr>
        <p:spPr>
          <a:xfrm>
            <a:off x="5344883" y="4775000"/>
            <a:ext cx="20574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8664103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8050" y="2815771"/>
            <a:ext cx="1406171" cy="31194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447506" y="944011"/>
            <a:ext cx="3689067" cy="120226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3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4341610" y="0"/>
            <a:ext cx="4299857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4572001" y="560009"/>
            <a:ext cx="3762615" cy="5782734"/>
          </a:xfrm>
        </p:spPr>
        <p:txBody>
          <a:bodyPr/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1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500"/>
            </a:lvl4pPr>
            <a:lvl5pPr>
              <a:lnSpc>
                <a:spcPct val="100000"/>
              </a:lnSpc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11"/>
          </p:nvPr>
        </p:nvSpPr>
        <p:spPr>
          <a:xfrm>
            <a:off x="1427985" y="2815771"/>
            <a:ext cx="1490102" cy="31194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12"/>
          <p:cNvSpPr>
            <a:spLocks noGrp="1"/>
          </p:cNvSpPr>
          <p:nvPr>
            <p:ph type="pic" sz="quarter" idx="12"/>
          </p:nvPr>
        </p:nvSpPr>
        <p:spPr>
          <a:xfrm>
            <a:off x="2926763" y="2815771"/>
            <a:ext cx="1406171" cy="311940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01709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4060372" y="1"/>
            <a:ext cx="5083628" cy="6857999"/>
          </a:xfrm>
        </p:spPr>
        <p:txBody>
          <a:bodyPr/>
          <a:lstStyle/>
          <a:p>
            <a:endParaRPr lang="ru-RU"/>
          </a:p>
        </p:txBody>
      </p:sp>
      <p:sp>
        <p:nvSpPr>
          <p:cNvPr id="11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080657" y="1156203"/>
            <a:ext cx="2612572" cy="2023549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4" name="Заголовок 1"/>
          <p:cNvSpPr txBox="1">
            <a:spLocks/>
          </p:cNvSpPr>
          <p:nvPr userDrawn="1"/>
        </p:nvSpPr>
        <p:spPr>
          <a:xfrm>
            <a:off x="6092166" y="1156203"/>
            <a:ext cx="2612572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18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1800" dirty="0"/>
              <a:t>заголовка</a:t>
            </a:r>
          </a:p>
        </p:txBody>
      </p:sp>
      <p:sp>
        <p:nvSpPr>
          <p:cNvPr id="15" name="Заголовок 1"/>
          <p:cNvSpPr txBox="1">
            <a:spLocks/>
          </p:cNvSpPr>
          <p:nvPr userDrawn="1"/>
        </p:nvSpPr>
        <p:spPr>
          <a:xfrm>
            <a:off x="3080657" y="3776031"/>
            <a:ext cx="2612572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18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1800" dirty="0"/>
              <a:t>заголовка</a:t>
            </a:r>
          </a:p>
        </p:txBody>
      </p:sp>
      <p:sp>
        <p:nvSpPr>
          <p:cNvPr id="16" name="Заголовок 1"/>
          <p:cNvSpPr txBox="1">
            <a:spLocks/>
          </p:cNvSpPr>
          <p:nvPr userDrawn="1"/>
        </p:nvSpPr>
        <p:spPr>
          <a:xfrm>
            <a:off x="6092166" y="3776031"/>
            <a:ext cx="2612572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18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1800" dirty="0"/>
              <a:t>заголовка</a:t>
            </a:r>
          </a:p>
        </p:txBody>
      </p:sp>
      <p:sp>
        <p:nvSpPr>
          <p:cNvPr id="22" name="Заголовок 1"/>
          <p:cNvSpPr txBox="1">
            <a:spLocks/>
          </p:cNvSpPr>
          <p:nvPr userDrawn="1"/>
        </p:nvSpPr>
        <p:spPr>
          <a:xfrm>
            <a:off x="473284" y="2039935"/>
            <a:ext cx="2738001" cy="2051579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32B824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3300" dirty="0">
                <a:solidFill>
                  <a:schemeClr val="accent1"/>
                </a:solidFill>
              </a:rPr>
              <a:t>Образец заголовка</a:t>
            </a:r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2163105" y="6255898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415453" y="5799579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1746595" y="638413"/>
            <a:ext cx="235300" cy="2469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2664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0"/>
            <a:ext cx="9144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447505" y="560010"/>
            <a:ext cx="8163095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33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834191" y="4644611"/>
            <a:ext cx="20574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3582834" y="4644611"/>
            <a:ext cx="20574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2" name="Группа 1"/>
          <p:cNvGrpSpPr/>
          <p:nvPr userDrawn="1"/>
        </p:nvGrpSpPr>
        <p:grpSpPr>
          <a:xfrm>
            <a:off x="923358" y="2625079"/>
            <a:ext cx="7297285" cy="1800000"/>
            <a:chOff x="1020860" y="460581"/>
            <a:chExt cx="7297285" cy="1800000"/>
          </a:xfrm>
        </p:grpSpPr>
        <p:sp>
          <p:nvSpPr>
            <p:cNvPr id="11" name="Прямоугольник 10"/>
            <p:cNvSpPr/>
            <p:nvPr userDrawn="1"/>
          </p:nvSpPr>
          <p:spPr>
            <a:xfrm>
              <a:off x="1020860" y="460581"/>
              <a:ext cx="1800000" cy="18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sp>
          <p:nvSpPr>
            <p:cNvPr id="15" name="Прямоугольник 14"/>
            <p:cNvSpPr/>
            <p:nvPr userDrawn="1"/>
          </p:nvSpPr>
          <p:spPr>
            <a:xfrm>
              <a:off x="3769503" y="460581"/>
              <a:ext cx="1800000" cy="18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sp>
          <p:nvSpPr>
            <p:cNvPr id="22" name="Прямоугольник 21"/>
            <p:cNvSpPr/>
            <p:nvPr userDrawn="1"/>
          </p:nvSpPr>
          <p:spPr>
            <a:xfrm>
              <a:off x="6518145" y="460581"/>
              <a:ext cx="1800000" cy="18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</p:grp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6331477" y="4644611"/>
            <a:ext cx="20574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Прямоугольник 16"/>
          <p:cNvSpPr/>
          <p:nvPr userDrawn="1"/>
        </p:nvSpPr>
        <p:spPr>
          <a:xfrm rot="5400000">
            <a:off x="26247" y="5772209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/>
          <p:cNvSpPr/>
          <p:nvPr userDrawn="1"/>
        </p:nvSpPr>
        <p:spPr>
          <a:xfrm rot="5400000">
            <a:off x="869187" y="5869004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/>
          <p:cNvSpPr/>
          <p:nvPr userDrawn="1"/>
        </p:nvSpPr>
        <p:spPr>
          <a:xfrm rot="5400000">
            <a:off x="124862" y="447354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/>
          <p:cNvSpPr/>
          <p:nvPr userDrawn="1"/>
        </p:nvSpPr>
        <p:spPr>
          <a:xfrm rot="5400000">
            <a:off x="7689111" y="-225627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/>
          <p:cNvSpPr/>
          <p:nvPr userDrawn="1"/>
        </p:nvSpPr>
        <p:spPr>
          <a:xfrm rot="5400000">
            <a:off x="8556110" y="559114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6891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 userDrawn="1"/>
        </p:nvSpPr>
        <p:spPr>
          <a:xfrm>
            <a:off x="-1" y="0"/>
            <a:ext cx="9144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923358" y="2625080"/>
            <a:ext cx="1799199" cy="18000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3671199" y="2627842"/>
            <a:ext cx="1800802" cy="1797237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6420643" y="2625079"/>
            <a:ext cx="1800000" cy="18000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2" name="Заголовок 1"/>
          <p:cNvSpPr>
            <a:spLocks noGrp="1"/>
          </p:cNvSpPr>
          <p:nvPr>
            <p:ph type="title"/>
          </p:nvPr>
        </p:nvSpPr>
        <p:spPr>
          <a:xfrm>
            <a:off x="447505" y="560010"/>
            <a:ext cx="8163095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33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2"/>
          <p:cNvSpPr>
            <a:spLocks noGrp="1"/>
          </p:cNvSpPr>
          <p:nvPr>
            <p:ph type="body" idx="1"/>
          </p:nvPr>
        </p:nvSpPr>
        <p:spPr>
          <a:xfrm>
            <a:off x="834191" y="4644611"/>
            <a:ext cx="20574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8" name="Текст 2"/>
          <p:cNvSpPr>
            <a:spLocks noGrp="1"/>
          </p:cNvSpPr>
          <p:nvPr>
            <p:ph type="body" idx="10"/>
          </p:nvPr>
        </p:nvSpPr>
        <p:spPr>
          <a:xfrm>
            <a:off x="3582834" y="4644611"/>
            <a:ext cx="20574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3" name="Текст 2"/>
          <p:cNvSpPr>
            <a:spLocks noGrp="1"/>
          </p:cNvSpPr>
          <p:nvPr>
            <p:ph type="body" idx="11"/>
          </p:nvPr>
        </p:nvSpPr>
        <p:spPr>
          <a:xfrm>
            <a:off x="6331477" y="4644611"/>
            <a:ext cx="20574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4" name="Прямоугольник 33"/>
          <p:cNvSpPr/>
          <p:nvPr userDrawn="1"/>
        </p:nvSpPr>
        <p:spPr>
          <a:xfrm rot="5400000">
            <a:off x="26247" y="5772209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/>
          <p:cNvSpPr/>
          <p:nvPr userDrawn="1"/>
        </p:nvSpPr>
        <p:spPr>
          <a:xfrm rot="5400000">
            <a:off x="869187" y="5869004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 35"/>
          <p:cNvSpPr/>
          <p:nvPr userDrawn="1"/>
        </p:nvSpPr>
        <p:spPr>
          <a:xfrm rot="5400000">
            <a:off x="124862" y="447354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 36"/>
          <p:cNvSpPr/>
          <p:nvPr userDrawn="1"/>
        </p:nvSpPr>
        <p:spPr>
          <a:xfrm rot="5400000">
            <a:off x="7689111" y="-225627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ик 37"/>
          <p:cNvSpPr/>
          <p:nvPr userDrawn="1"/>
        </p:nvSpPr>
        <p:spPr>
          <a:xfrm rot="5400000">
            <a:off x="8556110" y="559114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4813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/>
          <p:cNvSpPr/>
          <p:nvPr userDrawn="1"/>
        </p:nvSpPr>
        <p:spPr>
          <a:xfrm>
            <a:off x="6403164" y="2648189"/>
            <a:ext cx="1800000" cy="18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3668808" y="2648189"/>
            <a:ext cx="1800000" cy="18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903242" y="2633674"/>
            <a:ext cx="1800000" cy="18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447505" y="734182"/>
            <a:ext cx="8163095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834191" y="4818783"/>
            <a:ext cx="20574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3582834" y="4818783"/>
            <a:ext cx="20574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6331477" y="4818783"/>
            <a:ext cx="20574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995504" y="2784298"/>
            <a:ext cx="1800000" cy="18000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3744147" y="2784298"/>
            <a:ext cx="1800000" cy="18000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6492790" y="2784298"/>
            <a:ext cx="1800000" cy="18000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67143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 userDrawn="1"/>
        </p:nvSpPr>
        <p:spPr>
          <a:xfrm>
            <a:off x="0" y="1"/>
            <a:ext cx="4582886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353822" y="1931068"/>
            <a:ext cx="3875241" cy="61007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13"/>
          </p:nvPr>
        </p:nvSpPr>
        <p:spPr>
          <a:xfrm>
            <a:off x="4582885" y="1"/>
            <a:ext cx="4561115" cy="3473599"/>
          </a:xfrm>
        </p:spPr>
        <p:txBody>
          <a:bodyPr/>
          <a:lstStyle/>
          <a:p>
            <a:endParaRPr lang="ru-RU"/>
          </a:p>
        </p:txBody>
      </p:sp>
      <p:sp>
        <p:nvSpPr>
          <p:cNvPr id="25" name="Рисунок 2"/>
          <p:cNvSpPr>
            <a:spLocks noGrp="1"/>
          </p:cNvSpPr>
          <p:nvPr>
            <p:ph type="pic" sz="quarter" idx="14"/>
          </p:nvPr>
        </p:nvSpPr>
        <p:spPr>
          <a:xfrm>
            <a:off x="0" y="3473601"/>
            <a:ext cx="4582886" cy="3384400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Прямоугольник 27"/>
          <p:cNvSpPr/>
          <p:nvPr userDrawn="1"/>
        </p:nvSpPr>
        <p:spPr>
          <a:xfrm>
            <a:off x="4582885" y="3473601"/>
            <a:ext cx="4582886" cy="338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30" name="Текст 2"/>
          <p:cNvSpPr>
            <a:spLocks noGrp="1"/>
          </p:cNvSpPr>
          <p:nvPr>
            <p:ph type="body" idx="15" hasCustomPrompt="1"/>
          </p:nvPr>
        </p:nvSpPr>
        <p:spPr>
          <a:xfrm>
            <a:off x="353822" y="998613"/>
            <a:ext cx="3875241" cy="73818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495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31" name="Текст 2"/>
          <p:cNvSpPr>
            <a:spLocks noGrp="1"/>
          </p:cNvSpPr>
          <p:nvPr>
            <p:ph type="body" idx="16"/>
          </p:nvPr>
        </p:nvSpPr>
        <p:spPr>
          <a:xfrm>
            <a:off x="4936708" y="5371590"/>
            <a:ext cx="3875241" cy="61007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2" name="Текст 2"/>
          <p:cNvSpPr>
            <a:spLocks noGrp="1"/>
          </p:cNvSpPr>
          <p:nvPr>
            <p:ph type="body" idx="17" hasCustomPrompt="1"/>
          </p:nvPr>
        </p:nvSpPr>
        <p:spPr>
          <a:xfrm>
            <a:off x="4936708" y="4439135"/>
            <a:ext cx="3875241" cy="73818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495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</a:p>
        </p:txBody>
      </p:sp>
    </p:spTree>
    <p:extLst>
      <p:ext uri="{BB962C8B-B14F-4D97-AF65-F5344CB8AC3E}">
        <p14:creationId xmlns:p14="http://schemas.microsoft.com/office/powerpoint/2010/main" val="3407471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18.01.2026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4576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94" r:id="rId2"/>
    <p:sldLayoutId id="2147483655" r:id="rId3"/>
    <p:sldLayoutId id="2147483651" r:id="rId4"/>
    <p:sldLayoutId id="2147483661" r:id="rId5"/>
    <p:sldLayoutId id="2147483654" r:id="rId6"/>
    <p:sldLayoutId id="2147483650" r:id="rId7"/>
    <p:sldLayoutId id="2147483679" r:id="rId8"/>
    <p:sldLayoutId id="2147483663" r:id="rId9"/>
    <p:sldLayoutId id="2147483652" r:id="rId10"/>
    <p:sldLayoutId id="2147483662" r:id="rId11"/>
    <p:sldLayoutId id="2147483664" r:id="rId12"/>
    <p:sldLayoutId id="2147483665" r:id="rId13"/>
    <p:sldLayoutId id="2147483666" r:id="rId14"/>
    <p:sldLayoutId id="2147483667" r:id="rId15"/>
    <p:sldLayoutId id="2147483653" r:id="rId16"/>
    <p:sldLayoutId id="2147483668" r:id="rId17"/>
    <p:sldLayoutId id="2147483656" r:id="rId18"/>
    <p:sldLayoutId id="2147483669" r:id="rId19"/>
    <p:sldLayoutId id="2147483674" r:id="rId20"/>
    <p:sldLayoutId id="2147483670" r:id="rId21"/>
    <p:sldLayoutId id="2147483671" r:id="rId22"/>
    <p:sldLayoutId id="2147483672" r:id="rId23"/>
    <p:sldLayoutId id="2147483673" r:id="rId24"/>
    <p:sldLayoutId id="2147483675" r:id="rId25"/>
    <p:sldLayoutId id="2147483676" r:id="rId26"/>
    <p:sldLayoutId id="2147483677" r:id="rId27"/>
    <p:sldLayoutId id="2147483678" r:id="rId28"/>
    <p:sldLayoutId id="2147483680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14608" y="2912839"/>
            <a:ext cx="6784230" cy="1601703"/>
          </a:xfrm>
        </p:spPr>
        <p:txBody>
          <a:bodyPr>
            <a:noAutofit/>
          </a:bodyPr>
          <a:lstStyle/>
          <a:p>
            <a:r>
              <a:rPr lang="ru-RU" sz="3200" b="1" dirty="0"/>
              <a:t>индивидуальная работа №1</a:t>
            </a:r>
            <a:br>
              <a:rPr lang="ru-RU" sz="3200" b="1" dirty="0"/>
            </a:br>
            <a:r>
              <a:rPr lang="ru-RU" sz="3200" b="1" dirty="0"/>
              <a:t>по дисциплине «Языки программирования»</a:t>
            </a:r>
            <a:br>
              <a:rPr lang="ru-RU" sz="3200" b="1" dirty="0"/>
            </a:br>
            <a:r>
              <a:rPr lang="ru-RU" sz="3200" b="1" dirty="0"/>
              <a:t>«Учебный план»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Рожков Савелий Андреевич </a:t>
            </a:r>
          </a:p>
        </p:txBody>
      </p:sp>
    </p:spTree>
    <p:extLst>
      <p:ext uri="{BB962C8B-B14F-4D97-AF65-F5344CB8AC3E}">
        <p14:creationId xmlns:p14="http://schemas.microsoft.com/office/powerpoint/2010/main" val="2240160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3"/>
          </p:nvPr>
        </p:nvSpPr>
        <p:spPr>
          <a:xfrm>
            <a:off x="628650" y="1869934"/>
            <a:ext cx="7886700" cy="4038947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sz="1600" dirty="0"/>
              <a:t>Создать файл записей, в котором хранится информация о дисциплинах, читаемых на факультете: название, с какого семестра читается, продолжительность курса (в семестрах), общее количество часов, вид отчётности (зачёт, экзамен), читающая курс кафедра Разработать и реализовать программу "Учебный план", которая считывает исходную информацию и позволяет на основе неё создавать следующие отчёты: 1 Полный список всех дисциплин, который будет отсортирован следующему ключу: с какого семестра читается (по возрастанию) + читающая кафедра (по возрастанию) + общее количество часов (по убыванию). 2 Список всех дисциплин с заданным видом отчётности, отсортированный по следующему ключу: продолжительность курса (по возрастанию) + общее количество часов (по убыванию). 3 Список всех дисциплин с общим количеством часов от N1 до N2, отсортированный по следующему ключу: читающая кафедра (по возрастанию) + общее количество часов 9по убыванию). Создать базу дисциплин, включающую не менее 25 записей и на основе неё сформировать все указанные списки. База должна содержать такие записи, чтобы во всех списках явно прослеживался заданный вид сортировки по всем ключам. Для сортировки записей использовать сортировку бинарными вставками.</a:t>
            </a:r>
          </a:p>
          <a:p>
            <a:pPr marL="0" indent="0">
              <a:lnSpc>
                <a:spcPct val="120000"/>
              </a:lnSpc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221713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1D5C0-3638-4721-B040-7508AB3B1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E415D7-846A-EF00-A7AC-28B6FA849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решаемой проблемы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655B48-7DED-DACD-5077-76F4152F8C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1901" y="1897094"/>
            <a:ext cx="7886700" cy="4720989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sz="2000" dirty="0"/>
              <a:t>Разработать программу для управления базой дисциплин с функциями добавления, удаления и редактирования. Хранить данные о дисциплинах: название, кафедру, семестр начала, продолжительность, часы и вид отчётности. Реализовать три отчёта с сортировкой бинарными вставками по разным ключам. Использовать текстовый файл для хранения 25 записей. Создать удобное меню с защитой от ошибок ввода.</a:t>
            </a:r>
          </a:p>
          <a:p>
            <a:pPr marL="0" indent="0">
              <a:lnSpc>
                <a:spcPct val="120000"/>
              </a:lnSpc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057985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D11D6-04CF-4C1B-BCF8-32A32C486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7C6BCC-A8BA-CD05-560E-A4C00F01C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Перечень требований к программе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A909241-9901-5841-0D12-84C3FB2616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2087217"/>
            <a:ext cx="7886700" cy="4038947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sz="2000" dirty="0"/>
              <a:t>1. Хранение информации о дисциплинах в текстовом файле с полями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2000" dirty="0"/>
              <a:t>2. Формирование трёх отчётов</a:t>
            </a:r>
          </a:p>
          <a:p>
            <a:pPr marL="0" indent="0">
              <a:buNone/>
            </a:pPr>
            <a:r>
              <a:rPr lang="ru-RU" sz="2000" dirty="0"/>
              <a:t>3. Реализовать операции CRUD записей.</a:t>
            </a:r>
          </a:p>
          <a:p>
            <a:pPr marL="0" indent="0">
              <a:buNone/>
            </a:pPr>
            <a:r>
              <a:rPr lang="ru-RU" sz="2000" dirty="0"/>
              <a:t>4. Использовать сортировку бинарными вставками.</a:t>
            </a:r>
          </a:p>
          <a:p>
            <a:pPr marL="0" indent="0">
              <a:buNone/>
            </a:pPr>
            <a:r>
              <a:rPr lang="ru-RU" sz="2000" dirty="0"/>
              <a:t>5. Создать тестовую базу данных из 25 записей.</a:t>
            </a:r>
          </a:p>
          <a:p>
            <a:pPr marL="0" indent="0">
              <a:buNone/>
            </a:pPr>
            <a:r>
              <a:rPr lang="ru-RU" sz="2000" dirty="0"/>
              <a:t>6. Организовать удобный пользовательский интерфейс с меню.</a:t>
            </a:r>
          </a:p>
          <a:p>
            <a:pPr marL="0" indent="0">
              <a:lnSpc>
                <a:spcPct val="120000"/>
              </a:lnSpc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250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45478-273F-F14D-20B5-318664C31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9606A5-855B-A234-0113-D4AB02B1F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Обоснование выбора структур данных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BA42686-B479-8418-9BEA-CBE03D2149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2087217"/>
            <a:ext cx="7886700" cy="40389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/>
              <a:t>Для реализации проекта выбрана структура словарей.</a:t>
            </a:r>
          </a:p>
          <a:p>
            <a:pPr marL="0" indent="0">
              <a:buNone/>
            </a:pPr>
            <a:r>
              <a:rPr lang="ru-RU" sz="2400" dirty="0"/>
              <a:t>Формат хранения в текстовом файле выбран из-за:</a:t>
            </a:r>
          </a:p>
          <a:p>
            <a:pPr lvl="0"/>
            <a:r>
              <a:rPr lang="ru-RU" sz="2400" dirty="0"/>
              <a:t>Простоты реализации</a:t>
            </a:r>
          </a:p>
          <a:p>
            <a:pPr lvl="0"/>
            <a:r>
              <a:rPr lang="ru-RU" sz="2400" dirty="0"/>
              <a:t>Отсутствия зависимости от внешних библиотек</a:t>
            </a:r>
          </a:p>
          <a:p>
            <a:pPr lvl="0"/>
            <a:r>
              <a:rPr lang="ru-RU" sz="2400" dirty="0"/>
              <a:t>Легкости ручного редактирования при необходимости</a:t>
            </a:r>
          </a:p>
          <a:p>
            <a:pPr marL="0" indent="0">
              <a:lnSpc>
                <a:spcPct val="120000"/>
              </a:lnSpc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088133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A1A18-4CB9-F437-678F-A351B2AF0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8ECDC1-0524-19A1-E9BB-41BC528D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28500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Архитектура программы и модульная структура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DC22FD-78A7-380A-CB68-0B6D5B5D83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2087217"/>
            <a:ext cx="7886700" cy="40389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/>
              <a:t>Программа построена по модульному принципу, что разделяет логику интерфейса, вычислений и проверки данных:</a:t>
            </a:r>
          </a:p>
          <a:p>
            <a:pPr lvl="0"/>
            <a:r>
              <a:rPr lang="ru-RU" sz="2400" dirty="0"/>
              <a:t>main.py - пользовательский интерфейс и логика</a:t>
            </a:r>
          </a:p>
          <a:p>
            <a:pPr lvl="0"/>
            <a:r>
              <a:rPr lang="ru-RU" sz="2400" dirty="0"/>
              <a:t>sort.py - алгоритмы сортировки</a:t>
            </a:r>
          </a:p>
          <a:p>
            <a:pPr lvl="0"/>
            <a:r>
              <a:rPr lang="ru-RU" sz="2400" dirty="0"/>
              <a:t>database.txt - хранилище данных</a:t>
            </a:r>
          </a:p>
          <a:p>
            <a:pPr marL="0" indent="0">
              <a:lnSpc>
                <a:spcPct val="120000"/>
              </a:lnSpc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816118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E8D8F-EE60-874E-4D65-B647CB6AD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809A80-F2BA-5B1F-7738-0019D6779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28500"/>
            <a:ext cx="7886700" cy="1325563"/>
          </a:xfrm>
        </p:spPr>
        <p:txBody>
          <a:bodyPr>
            <a:normAutofit/>
          </a:bodyPr>
          <a:lstStyle/>
          <a:p>
            <a:r>
              <a:rPr lang="ru-RU" dirty="0"/>
              <a:t>Особенности реализации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E3DC25F-2A6C-E06B-8C91-D6C42C44C5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2087217"/>
            <a:ext cx="7886700" cy="4038947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sz="2400" dirty="0"/>
              <a:t>Ключевой алгоритм - сортировка бинарными вставками</a:t>
            </a:r>
          </a:p>
          <a:p>
            <a:pPr marL="0" indent="0">
              <a:buNone/>
            </a:pPr>
            <a:r>
              <a:rPr lang="ru-RU" sz="2400" dirty="0"/>
              <a:t>Особенности реализации:</a:t>
            </a:r>
          </a:p>
          <a:p>
            <a:pPr lvl="0"/>
            <a:r>
              <a:rPr lang="ru-RU" sz="2400" dirty="0"/>
              <a:t>Единая функция сортировки с параметром типа отчёта</a:t>
            </a:r>
          </a:p>
          <a:p>
            <a:pPr lvl="0"/>
            <a:r>
              <a:rPr lang="ru-RU" sz="2400" dirty="0"/>
              <a:t>Вложенные сравнения для составных ключей</a:t>
            </a:r>
          </a:p>
          <a:p>
            <a:pPr lvl="0"/>
            <a:r>
              <a:rPr lang="ru-RU" sz="2400" dirty="0"/>
              <a:t>Ручная реализация без использования встроенных </a:t>
            </a:r>
            <a:r>
              <a:rPr lang="ru-RU" sz="2400" dirty="0" err="1"/>
              <a:t>sort</a:t>
            </a:r>
            <a:r>
              <a:rPr lang="ru-RU" sz="2400" dirty="0"/>
              <a:t>()</a:t>
            </a:r>
          </a:p>
          <a:p>
            <a:pPr lvl="0"/>
            <a:r>
              <a:rPr lang="ru-RU" sz="2400" dirty="0"/>
              <a:t>Разделение логики сравнения по типам отчётов</a:t>
            </a:r>
          </a:p>
          <a:p>
            <a:pPr marL="0" indent="0">
              <a:lnSpc>
                <a:spcPct val="120000"/>
              </a:lnSpc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231164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ED0A1-FDCF-7980-B3FB-933D1C78B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8E667E-887B-502F-B919-8EB59E37F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28500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Особенности работы с данными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BD2CAE-5B99-18A1-CD3D-B8959764EF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2087217"/>
            <a:ext cx="7886700" cy="40389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dirty="0"/>
              <a:t>• </a:t>
            </a:r>
            <a:r>
              <a:rPr lang="ru-RU" sz="1800" b="1" dirty="0"/>
              <a:t>Добавление:</a:t>
            </a:r>
            <a:r>
              <a:rPr lang="ru-RU" sz="1800" dirty="0"/>
              <a:t> Автоматическая генерация ID. Поэтапный ввод полей с проверкой. Мгновенное сохранение в файл.</a:t>
            </a:r>
          </a:p>
          <a:p>
            <a:pPr marL="0" indent="0">
              <a:buNone/>
            </a:pPr>
            <a:r>
              <a:rPr lang="ru-RU" sz="1800" dirty="0"/>
              <a:t>• </a:t>
            </a:r>
            <a:r>
              <a:rPr lang="ru-RU" sz="1800" b="1" dirty="0"/>
              <a:t>Редактирование и удаление:</a:t>
            </a:r>
            <a:r>
              <a:rPr lang="ru-RU" sz="1800" dirty="0"/>
              <a:t> Показ нумерованного списка. Выбор по ID. Мгновенная синхронизация с файлом.</a:t>
            </a:r>
          </a:p>
          <a:p>
            <a:pPr marL="0" indent="0">
              <a:buNone/>
            </a:pPr>
            <a:r>
              <a:rPr lang="ru-RU" sz="1800" dirty="0"/>
              <a:t>• </a:t>
            </a:r>
            <a:r>
              <a:rPr lang="ru-RU" sz="1800" b="1" dirty="0"/>
              <a:t>Валидация:</a:t>
            </a:r>
            <a:r>
              <a:rPr lang="ru-RU" sz="1800" dirty="0"/>
              <a:t> Проверка числовых диапазонов (семестр 1-8, часы &gt;0). Контроль формата отчётности ("зачёт"/"экзамен"). Запрет пустых строк.</a:t>
            </a:r>
          </a:p>
          <a:p>
            <a:pPr marL="0" indent="0">
              <a:buNone/>
            </a:pPr>
            <a:r>
              <a:rPr lang="ru-RU" sz="1800" dirty="0"/>
              <a:t>• </a:t>
            </a:r>
            <a:r>
              <a:rPr lang="ru-RU" sz="1800" b="1" dirty="0"/>
              <a:t>Обработка ошибок:</a:t>
            </a:r>
            <a:r>
              <a:rPr lang="ru-RU" sz="1800" dirty="0"/>
              <a:t> При некорректном вводе - сообщение и повтор запроса. Обработка ошибок файлов без аварийного завершения.</a:t>
            </a:r>
          </a:p>
          <a:p>
            <a:pPr marL="0" indent="0">
              <a:buNone/>
            </a:pPr>
            <a:r>
              <a:rPr lang="ru-RU" sz="1800" dirty="0"/>
              <a:t>• </a:t>
            </a:r>
            <a:r>
              <a:rPr lang="ru-RU" sz="1800" b="1" dirty="0"/>
              <a:t>Целостность:</a:t>
            </a:r>
            <a:r>
              <a:rPr lang="ru-RU" sz="1800" dirty="0"/>
              <a:t> Немедленная запись изменений. Защищённый формат хранения (разделитель ";").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lnSpc>
                <a:spcPct val="120000"/>
              </a:lnSpc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144885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2871D-0B13-BC83-22CB-A40C9CE3A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8CA24C-7353-1479-C6BC-A0BC64A18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28500"/>
            <a:ext cx="7886700" cy="1325563"/>
          </a:xfrm>
        </p:spPr>
        <p:txBody>
          <a:bodyPr>
            <a:normAutofit/>
          </a:bodyPr>
          <a:lstStyle/>
          <a:p>
            <a:r>
              <a:rPr lang="ru-RU" dirty="0"/>
              <a:t>Тестирования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56A7C9-D467-426B-DF35-0368E3B68E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78169" y="2223019"/>
            <a:ext cx="2911255" cy="40389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/>
              <a:t>Тест добавление: </a:t>
            </a:r>
          </a:p>
          <a:p>
            <a:r>
              <a:rPr lang="ru-RU" sz="2000" dirty="0"/>
              <a:t>Новая дисциплина добавляется с ID = 26 (следующий после максимального)</a:t>
            </a:r>
          </a:p>
          <a:p>
            <a:r>
              <a:rPr lang="ru-RU" sz="2000" dirty="0"/>
              <a:t>Все введенные данные сохраняются без искажений</a:t>
            </a:r>
          </a:p>
          <a:p>
            <a:r>
              <a:rPr lang="ru-RU" sz="2000" dirty="0"/>
              <a:t>Файл обновляется мгновенно после добавления</a:t>
            </a:r>
          </a:p>
          <a:p>
            <a:pPr marL="0" indent="0">
              <a:lnSpc>
                <a:spcPct val="120000"/>
              </a:lnSpc>
              <a:buNone/>
            </a:pPr>
            <a:endParaRPr lang="ru-RU" sz="2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9292520-EEA8-F73F-3EE7-F6C046160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4063"/>
            <a:ext cx="3476531" cy="182025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249E9B-9FAC-CAA2-6E39-D05567304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4407207" cy="3544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962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AC34C-5710-8AD3-91D5-236CBD358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0DA199-AD17-BB48-D1D3-7E4C5FB20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28500"/>
            <a:ext cx="7886700" cy="1325563"/>
          </a:xfrm>
        </p:spPr>
        <p:txBody>
          <a:bodyPr>
            <a:normAutofit/>
          </a:bodyPr>
          <a:lstStyle/>
          <a:p>
            <a:r>
              <a:rPr lang="ru-RU" dirty="0"/>
              <a:t>Тестирования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6C4976-277D-49C5-890A-E5677CAD11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2087217"/>
            <a:ext cx="7886700" cy="403894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ru-RU" sz="1800" dirty="0"/>
          </a:p>
          <a:p>
            <a:pPr marL="0" indent="0">
              <a:lnSpc>
                <a:spcPct val="120000"/>
              </a:lnSpc>
              <a:buNone/>
            </a:pPr>
            <a:endParaRPr lang="ru-RU" sz="2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929A922-DD07-F342-7E7E-B1710EA61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817436"/>
            <a:ext cx="6882485" cy="43087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D97FFF-A6B7-ACA1-DA03-19C3DCC64B60}"/>
              </a:ext>
            </a:extLst>
          </p:cNvPr>
          <p:cNvSpPr txBox="1"/>
          <p:nvPr/>
        </p:nvSpPr>
        <p:spPr>
          <a:xfrm>
            <a:off x="5576935" y="2471597"/>
            <a:ext cx="3494638" cy="341632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ru-RU" b="1" dirty="0"/>
              <a:t> Тест  Отчёт 1:</a:t>
            </a:r>
          </a:p>
          <a:p>
            <a:r>
              <a:rPr lang="ru-RU" dirty="0"/>
              <a:t>Сортировка по семестру (возрастание) </a:t>
            </a:r>
          </a:p>
          <a:p>
            <a:r>
              <a:rPr lang="ru-RU" dirty="0"/>
              <a:t>Сортировка по кафедре (возрастание) </a:t>
            </a:r>
          </a:p>
          <a:p>
            <a:r>
              <a:rPr lang="ru-RU" dirty="0"/>
              <a:t>Сортировка по часам (убывание) </a:t>
            </a:r>
            <a:r>
              <a:rPr lang="ru-RU" b="1" dirty="0"/>
              <a:t>Особенность:</a:t>
            </a:r>
            <a:r>
              <a:rPr lang="ru-RU" dirty="0"/>
              <a:t> Дисциплины с одинаковыми значениями ключей сохраняют относительный порядок (стабильная сортировка)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9622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F9B1D-04A9-B2CB-97D7-6E9BF19BE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39FC3F-2AE2-4A9C-AF6A-A1278A93B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28500"/>
            <a:ext cx="7886700" cy="1325563"/>
          </a:xfrm>
        </p:spPr>
        <p:txBody>
          <a:bodyPr>
            <a:normAutofit/>
          </a:bodyPr>
          <a:lstStyle/>
          <a:p>
            <a:r>
              <a:rPr lang="ru-RU" dirty="0"/>
              <a:t>Тестирования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41783D-6F1E-7B0B-C8BE-6748630553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2087217"/>
            <a:ext cx="7886700" cy="403894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ru-RU" sz="1800" dirty="0"/>
          </a:p>
          <a:p>
            <a:pPr marL="0" indent="0">
              <a:lnSpc>
                <a:spcPct val="120000"/>
              </a:lnSpc>
              <a:buNone/>
            </a:pPr>
            <a:endParaRPr lang="ru-RU" sz="2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F839C1D-AD8A-5660-433D-A70201E7C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2708"/>
            <a:ext cx="7391453" cy="30912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E47436-38CA-EDF0-F032-E4098A00A9C1}"/>
              </a:ext>
            </a:extLst>
          </p:cNvPr>
          <p:cNvSpPr txBox="1"/>
          <p:nvPr/>
        </p:nvSpPr>
        <p:spPr>
          <a:xfrm>
            <a:off x="5861417" y="2518615"/>
            <a:ext cx="3060071" cy="25853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b="1" dirty="0"/>
              <a:t> Тест Отчёт 2:</a:t>
            </a:r>
            <a:r>
              <a:rPr lang="ru-RU" dirty="0"/>
              <a:t> </a:t>
            </a:r>
          </a:p>
          <a:p>
            <a:r>
              <a:rPr lang="ru-RU" dirty="0"/>
              <a:t>Фильтрация по виду отчётности ("зачёт"/"экзамен") Сортировка по длительности (возрастание)</a:t>
            </a:r>
          </a:p>
          <a:p>
            <a:r>
              <a:rPr lang="ru-RU" dirty="0"/>
              <a:t>При одинаковой длительности сортировка по часам (убывание</a:t>
            </a:r>
          </a:p>
        </p:txBody>
      </p:sp>
    </p:spTree>
    <p:extLst>
      <p:ext uri="{BB962C8B-B14F-4D97-AF65-F5344CB8AC3E}">
        <p14:creationId xmlns:p14="http://schemas.microsoft.com/office/powerpoint/2010/main" val="91708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61FB0-F32B-BE16-49F0-3701DF4E4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6EF052-3F5E-06FF-7C37-298CD0513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28500"/>
            <a:ext cx="7886700" cy="1325563"/>
          </a:xfrm>
        </p:spPr>
        <p:txBody>
          <a:bodyPr>
            <a:normAutofit/>
          </a:bodyPr>
          <a:lstStyle/>
          <a:p>
            <a:r>
              <a:rPr lang="ru-RU" dirty="0"/>
              <a:t>Тестирования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4BB5609-F5EC-9034-9119-180A351B14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2087217"/>
            <a:ext cx="7886700" cy="403894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ru-RU" sz="1800" dirty="0"/>
          </a:p>
          <a:p>
            <a:pPr marL="0" indent="0">
              <a:lnSpc>
                <a:spcPct val="120000"/>
              </a:lnSpc>
              <a:buNone/>
            </a:pPr>
            <a:endParaRPr lang="ru-RU" sz="2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50B67CF-926A-CEDF-D347-83F9DE745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087217"/>
            <a:ext cx="6651753" cy="38065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B9896B-7996-6DC2-8D78-C55D8EB3370B}"/>
              </a:ext>
            </a:extLst>
          </p:cNvPr>
          <p:cNvSpPr txBox="1"/>
          <p:nvPr/>
        </p:nvSpPr>
        <p:spPr>
          <a:xfrm>
            <a:off x="5863536" y="2860896"/>
            <a:ext cx="2833734" cy="286232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b="1" dirty="0"/>
              <a:t>Тест Отчёт 3:</a:t>
            </a:r>
            <a:r>
              <a:rPr lang="ru-RU" dirty="0"/>
              <a:t> </a:t>
            </a:r>
          </a:p>
          <a:p>
            <a:r>
              <a:rPr lang="ru-RU" dirty="0"/>
              <a:t>Фильтрация по диапазону часов (N1-N2)</a:t>
            </a:r>
          </a:p>
          <a:p>
            <a:r>
              <a:rPr lang="ru-RU" dirty="0"/>
              <a:t>Все дисциплины вне диапазона исключаются из выборки</a:t>
            </a:r>
          </a:p>
          <a:p>
            <a:r>
              <a:rPr lang="ru-RU" dirty="0"/>
              <a:t>Сортировка по кафедре и часам соответствует требованиям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8545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D81F6-7D6C-07E3-5DBC-65A9B72D0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5F7B85-31CB-EB7D-D1AB-E52E68A1F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28500"/>
            <a:ext cx="7886700" cy="1325563"/>
          </a:xfrm>
        </p:spPr>
        <p:txBody>
          <a:bodyPr>
            <a:normAutofit/>
          </a:bodyPr>
          <a:lstStyle/>
          <a:p>
            <a:r>
              <a:rPr lang="ru-RU" dirty="0"/>
              <a:t>Итоги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2B9434-137E-6BCB-7736-3889C22F30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1" y="2000817"/>
            <a:ext cx="7560774" cy="4261150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sz="2000" dirty="0"/>
              <a:t>Программа успешно реализована в полном соответствии с техническим заданием. Все три отчёта формируются с правильной сортировкой бинарными вставками по указанным составным ключам. CRUD-операции работают корректно с немедленной синхронизацией данных в текстовом файле. Пользовательский интерфейс в виде меню обеспечивает удобную навигацию и защиту от некорректного ввода. Тестирование подтвердило устойчивость программы к ошибочным данным и сохранение целостности информации. Программа готова к использованию для управления</a:t>
            </a:r>
          </a:p>
          <a:p>
            <a:pPr marL="0" indent="0">
              <a:lnSpc>
                <a:spcPct val="120000"/>
              </a:lnSpc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8670854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37">
      <a:dk1>
        <a:sysClr val="windowText" lastClr="000000"/>
      </a:dk1>
      <a:lt1>
        <a:sysClr val="window" lastClr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/>
        <a:ea typeface=""/>
        <a:cs typeface=""/>
      </a:majorFont>
      <a:minorFont>
        <a:latin typeface="PermianSansTypeface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837</TotalTime>
  <Words>735</Words>
  <Application>Microsoft Office PowerPoint</Application>
  <PresentationFormat>Экран (4:3)</PresentationFormat>
  <Paragraphs>58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PermianSansTypeface</vt:lpstr>
      <vt:lpstr>PermianSerifTypeface</vt:lpstr>
      <vt:lpstr>Тема Office</vt:lpstr>
      <vt:lpstr>индивидуальная работа №1 по дисциплине «Языки программирования» «Учебный план»</vt:lpstr>
      <vt:lpstr>Постановка задачи</vt:lpstr>
      <vt:lpstr>Описание решаемой проблемы</vt:lpstr>
      <vt:lpstr>Перечень требований к программе</vt:lpstr>
      <vt:lpstr>Обоснование выбора структур данных</vt:lpstr>
      <vt:lpstr>Архитектура программы и модульная структура</vt:lpstr>
      <vt:lpstr>Особенности реализации</vt:lpstr>
      <vt:lpstr>Особенности работы с данными</vt:lpstr>
      <vt:lpstr>Тестирования</vt:lpstr>
      <vt:lpstr>Тестирования</vt:lpstr>
      <vt:lpstr>Тестирования</vt:lpstr>
      <vt:lpstr>Тестирования</vt:lpstr>
      <vt:lpstr>Итоги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Полина Масленникова</dc:creator>
  <cp:lastModifiedBy>Савелий Рожков</cp:lastModifiedBy>
  <cp:revision>41</cp:revision>
  <dcterms:created xsi:type="dcterms:W3CDTF">2020-05-17T17:29:28Z</dcterms:created>
  <dcterms:modified xsi:type="dcterms:W3CDTF">2026-01-18T16:30:47Z</dcterms:modified>
</cp:coreProperties>
</file>